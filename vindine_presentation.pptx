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VinDine Concierge - Trợ lý AI Thông minh Tư vấn Ẩm thực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**Dự án**: Hệ thống AI tư vấn và cá nhân hóa trải nghiệm ăn uống tại hệ thống Resort &amp; Công viên giải trí Vinpearl.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Đặt vấn đề &amp;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Vấn đề:</a:t>
            </a:r>
          </a:p>
          <a:p>
            <a:pPr lvl="1"/>
            <a:r>
              <a:t>Khách du lịch tại resort thường đi theo nhóm đông (gia đình, bạn bè).</a:t>
            </a:r>
          </a:p>
          <a:p>
            <a:pPr lvl="1"/>
            <a:r>
              <a:t>Mỗi nhóm có nhiều yêu cầu phức tạp: khẩu vị, ngân sách, khoảng cách đi bộ, voucher khuyến mãi, hoặc có người ăn chay/dị ứng.</a:t>
            </a:r>
          </a:p>
          <a:p>
            <a:pPr lvl="1"/>
            <a:r>
              <a:t>Khách hàng mất nhiều thời gian tra cứu và khó tự đưa ra quyết định tối ưu.</a:t>
            </a:r>
          </a:p>
          <a:p>
            <a:pPr>
              <a:defRPr b="1"/>
            </a:pPr>
            <a:r>
              <a:t>Mục tiêu:</a:t>
            </a:r>
          </a:p>
          <a:p>
            <a:pPr lvl="1"/>
            <a:r>
              <a:t>Xây dựng một trợ lý ảo (Chatbot) thông minh giúp phân tích nhu cầu tự nhiên của khách hàng.</a:t>
            </a:r>
          </a:p>
          <a:p>
            <a:pPr lvl="1"/>
            <a:r>
              <a:t>Trả về Top 3 gợi ý quán ăn phù hợp nhất dựa trên thuật toán so khớp.</a:t>
            </a:r>
          </a:p>
          <a:p>
            <a:pPr lvl="1"/>
            <a:r>
              <a:t>Hỗ trợ giải thích lý do gợi ý và có khả năng nhận phản hồi để tìm kiếm lại (Human-in-the-loop).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 (System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Dự án được xây dựng với kiến trúc Client - Server gọn nhẹ và tách biệt:</a:t>
            </a:r>
          </a:p>
          <a:p>
            <a:r>
              <a:t>- **Frontend (Giao diện người dùng):** Sử dụng **Streamlit** (Python). Giao diện chat tương tác trực tiếp, hiển thị thẻ thông tin quán ăn (Card UI) hiện đại.</a:t>
            </a:r>
          </a:p>
          <a:p>
            <a:r>
              <a:t>- **Backend (API Server):** Sử dụng **FastAPI**. Xử lý luồng logic cốt lõi.</a:t>
            </a:r>
          </a:p>
          <a:p>
            <a:r>
              <a:t>- **AI / Logic Core:**</a:t>
            </a:r>
          </a:p>
          <a:p>
            <a:r>
              <a:t>- **Preference Parser (LLM/Regex):** Trích xuất các thực thể (entities) từ câu văn tự nhiên.</a:t>
            </a:r>
          </a:p>
          <a:p>
            <a:r>
              <a:t>- **Ranking Engine:** Thuật toán chấm điểm (Scoring) để tìm ra nhà hàng phù hợp.</a:t>
            </a:r>
          </a:p>
          <a:p>
            <a:r>
              <a:t>- **Error Router &amp; Feedback:** Cơ chế học từ phản hồi và định tuyến luồng xử lý (hỏi lại, thay thế, v.v.).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Tính năng Nổi bật (Key 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**Trích xuất Yêu cầu Thông minh:** Hiểu được câu nói tự nhiên, nhận diện số người, khu vực hiện tại, loại đồ ăn, và voucher.</a:t>
            </a:r>
          </a:p>
          <a:p>
            <a:r>
              <a:t>2. **Cơ chế Fallback &amp; Gợi ý Thay thế:** Khi không có quán nào khớp 100%, hệ thống tự động đưa ra các phương án nới lỏng (ví dụ: "Thử tăng ngân sách" hoặc "Đi xa hơn một chút").</a:t>
            </a:r>
          </a:p>
          <a:p>
            <a:r>
              <a:t>3. **Giải thích Quyết định (Explainability):** Đưa ra lý do rõ ràng tại sao quán ăn lại phù hợp (hoặc điểm yếu là gì) thông qua các cảnh báo (Trade-off).</a:t>
            </a:r>
          </a:p>
          <a:p>
            <a:r>
              <a:t>4. **Vòng lặp Phản hồi (Feedback Loop):** Người dùng có thể từ chối gợi ý vì "Quá xa" hoặc "Quá đắt". Hệ thống sẽ điều chỉnh trọng số (Weight) và xếp hạng lại ngay lập tức.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Tương tác Thực tế (5 Paths)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Hệ thống xử lý linh hoạt 5 luồng kịch bản chính đã được tích hợp thực tế:</a:t>
            </a:r>
          </a:p>
          <a:p>
            <a:r>
              <a:t>1. **Happy Path:** Đầu vào đầy đủ thông tin (VD: "Đang ở sảnh, 6 người, có voucher buffet, ông bà muốn món Việt, trẻ con thích pizza, cần xe đẩy"). AI lập tức trả về Top 3, tối ưu khoảng cách và tiện ích.</a:t>
            </a:r>
          </a:p>
          <a:p>
            <a:r>
              <a:t>2. **Low-confidence Path / Clarification:** Đầu vào thiếu dữ liệu quan trọng. AI không tự đoán mà chủ động hỏi lại để làm rõ qua dropdown UI (VD: "Bạn đang ở khu vực/sảnh nào?" hoặc "Voucher của bạn là loại gì?").</a:t>
            </a:r>
          </a:p>
          <a:p>
            <a:r>
              <a:t>3. **Failure Path / No Match:** Yêu cầu phi thực tế (VD: "Tìm món dưới 40k/người trong resort"). AI thông báo không có quán thỏa mãn tuyệt đối nhưng khéo léo đề xuất phương án thay thế dưới dạng **Nút bấm (Clickable Buttons)** để nới lỏng ngân sách.</a:t>
            </a:r>
          </a:p>
          <a:p>
            <a:r>
              <a:t>4. **Correction Path / Feedback:** Khách hàng không ưng ý (chọn nút "Từ chối" vì "Quán này quá ồn"). AI lập tức ghi nhận correction log, điều chỉnh lại trọng số và xếp hạng lại (Re-rank) tức thì.</a:t>
            </a:r>
          </a:p>
          <a:p>
            <a:r>
              <a:t>5. **Off-topic Path:** Nhắn tin không liên quan (VD: "Tìm khách sạn 5 sao"). Chatbot từ chối khéo ("Xin lỗi, mình chỉ hỗ trợ tìm quán ăn trong resort thôi nhé!") và hướng người dùng quay lại chủ đề.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Trải nghiệm (UI/UX)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Thiết kế theo phong cách hiện đại với **Theme Ẩm thực cao cấp** (Màu cam/đỏ gradient, phông chữ Plus Jakarta Sans).</a:t>
            </a:r>
          </a:p>
          <a:p>
            <a:r>
              <a:t>- **Thẻ nhà hàng (Card):** Trực quan, hiển thị rõ độ khớp (Fit score), khoảng cách đi bộ, và các thẻ cảnh báo (Tags).</a:t>
            </a:r>
          </a:p>
          <a:p>
            <a:r>
              <a:t>- **Tương tác 1-Click:** Khách hàng có thể "Chọn quán" hoặc click vào "Gợi ý thay thế" để tự động nhắn tin cho Chatbot mà không cần gõ phím.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Định hướng Phát triển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**Tích hợp Data thực tế:** Kết nối với cơ sở dữ liệu thật của VinWonders / Vinpearl.</a:t>
            </a:r>
          </a:p>
          <a:p>
            <a:r>
              <a:t>- **Tích hợp Đặt bàn (Booking):** Thêm tính năng cho phép chốt đặt bàn trực tiếp từ giao diện Chat.</a:t>
            </a:r>
          </a:p>
          <a:p>
            <a:r>
              <a:t>- **Mobile App Integration:** Nhúng giao diện này vào ứng dụng mobile chính thức để phục vụ khách du lịch tại chỗ.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VinDine Concierge - Trợ lý AI Thông minh Tư vấn Ẩm thực</vt:lpstr>
      <vt:lpstr>Đặt vấn đề &amp; Mục tiêu</vt:lpstr>
      <vt:lpstr>Kiến trúc Hệ thống (System Architecture)</vt:lpstr>
      <vt:lpstr>Tính năng Nổi bật (Key Features)</vt:lpstr>
      <vt:lpstr>Luồng Tương tác Thực tế (5 Paths)</vt:lpstr>
      <vt:lpstr>Giao diện Trải nghiệm (UI/UX)</vt:lpstr>
      <vt:lpstr>Định hướng Phát triển (Future Work)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Mai Thuyen</cp:lastModifiedBy>
  <cp:revision>1</cp:revision>
  <dcterms:created xsi:type="dcterms:W3CDTF">2013-01-27T09:14:16Z</dcterms:created>
  <dcterms:modified xsi:type="dcterms:W3CDTF">2026-06-04T08:43:58Z</dcterms:modified>
  <cp:category/>
</cp:coreProperties>
</file>